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1295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Travel &amp; Hotel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Agent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Agent Analysis — The PEAS Framework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0058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Koustubh Sampat Chorade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25UAM042</a:t>
            </a:r>
            <a:endParaRPr lang="en-US" sz="1300" dirty="0"/>
          </a:p>
        </p:txBody>
      </p:sp>
      <p:pic>
        <p:nvPicPr>
          <p:cNvPr id="9" name="Picture 8" descr="plane_f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000" y="280000"/>
            <a:ext cx="1200000" cy="12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intelligent agent can be described using the PEAS framework — four lenses that define how it perceives and acts in its world.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5146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Measure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planning  ·  Low cost  ·  Suitable hotels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1980" y="25146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42062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websites  ·  Hotel platforms  ·  Maps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92340" y="251460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29234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37960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42062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 ·  Filter  ·  Compare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8116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72700" y="2514600"/>
            <a:ext cx="822960" cy="82296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21" name="Text 19"/>
          <p:cNvSpPr/>
          <p:nvPr/>
        </p:nvSpPr>
        <p:spPr>
          <a:xfrm>
            <a:off x="101727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418320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64040" y="42062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  ·  Destination, dates, budget  ·  Number of travelers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097280"/>
            <a:ext cx="3108960" cy="31089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Measure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548640"/>
            <a:ext cx="6979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Measure in this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89304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289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6568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planning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out optimal routes, dates, and itineraries based on the traveler's needs.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2258568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368296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313432"/>
            <a:ext cx="6568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prices across multiple platforms to find the most affordable options.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3337560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44728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3392424"/>
            <a:ext cx="6568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hotels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hotels to preferences like location, amenities, and star rating.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4416552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452628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4471416"/>
            <a:ext cx="6568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booking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real-time availability before finalizing any reservation.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5495544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5605272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5605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5550408"/>
            <a:ext cx="6568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 &amp; safety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reviews and safety ratings before recommending a stay.</a:t>
            </a:r>
            <a:endParaRPr lang="en-US" sz="1500" dirty="0"/>
          </a:p>
        </p:txBody>
      </p:sp>
      <p:pic>
        <p:nvPicPr>
          <p:cNvPr id="27" name="Picture 26" descr="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680" y="5503620"/>
            <a:ext cx="1200000" cy="12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097280"/>
            <a:ext cx="3108960" cy="31089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548640"/>
            <a:ext cx="6979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in this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8930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289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websites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flight and package listings from booking platforms.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207873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18846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188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13360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platforms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room availability and pricing from hotel aggregators.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789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08762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087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303276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distances, routes, and travel times between locations.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387705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98678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393192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/ stations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transit hubs for connections and layover timing.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477621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488594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885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483108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&amp; destinations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amenities, attractions, and local information.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567537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578510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578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573024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traffic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real-time conditions into travel planning.</a:t>
            </a:r>
            <a:endParaRPr lang="en-US" sz="1500" dirty="0"/>
          </a:p>
        </p:txBody>
      </p:sp>
      <p:pic>
        <p:nvPicPr>
          <p:cNvPr id="31" name="Picture 30" descr="enviro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680" y="5503620"/>
            <a:ext cx="1200000" cy="12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097280"/>
            <a:ext cx="3108960" cy="31089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Actuators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548640"/>
            <a:ext cx="6979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 in this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89304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289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6568135" cy="69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multiple databases for matching flights, hotels, and stays.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950285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060013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0600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005149"/>
            <a:ext cx="6568135" cy="69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Narrows results by price, rating, location, and amenities.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2720993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830721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8307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775857"/>
            <a:ext cx="6568135" cy="69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options side by side for easy evaluation.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3491702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601430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6014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3546566"/>
            <a:ext cx="6568135" cy="69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the best matches ranked by the user's priorities.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4262410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4372138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3721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4317274"/>
            <a:ext cx="6568135" cy="69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/ book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booking transaction with the provider.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5033119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5142847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51428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5087983"/>
            <a:ext cx="6568135" cy="69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or cancel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changes to existing reservations.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63440" y="5803827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5913555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59135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5858691"/>
            <a:ext cx="6568135" cy="69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user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confirmations, alerts, and reminders.</a:t>
            </a:r>
            <a:endParaRPr lang="en-US" sz="1500" dirty="0"/>
          </a:p>
        </p:txBody>
      </p:sp>
      <p:pic>
        <p:nvPicPr>
          <p:cNvPr id="35" name="Picture 34" descr="actua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680" y="5503620"/>
            <a:ext cx="1200000" cy="12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097280"/>
            <a:ext cx="3108960" cy="31089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548640"/>
            <a:ext cx="6979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in this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89304"/>
            <a:ext cx="256032" cy="256032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289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likes, dislikes, and travel priorities.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207873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188464"/>
            <a:ext cx="256032" cy="256032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188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13360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Destination, dates, budget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core trip parameters from the user.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789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087624"/>
            <a:ext cx="256032" cy="256032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087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303276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travelers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group size to size recommendations correctly.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387705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986784"/>
            <a:ext cx="256032" cy="256032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393192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ratings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review scores to gauge quality.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477621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4885944"/>
            <a:ext cx="256032" cy="256032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885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483108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prices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real-time inventory and pricing shifts.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567537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5785104"/>
            <a:ext cx="256032" cy="256032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578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573024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current position for nearby, personalized suggestions.</a:t>
            </a:r>
            <a:endParaRPr lang="en-US" sz="1500" dirty="0"/>
          </a:p>
        </p:txBody>
      </p:sp>
      <p:pic>
        <p:nvPicPr>
          <p:cNvPr id="31" name="Picture 30" descr="sens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680" y="5503620"/>
            <a:ext cx="1200000" cy="12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023360" cy="402336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pic>
        <p:nvPicPr>
          <p:cNvPr id="5" name="Picture 4" descr="plane_f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000" y="1150000"/>
            <a:ext cx="1400000" cy="14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2026-08-20T19:28:02Z</dcterms:created>
  <dcterms:modified xsi:type="dcterms:W3CDTF">2026-08-20T19:28:02Z</dcterms:modified>
</cp:coreProperties>
</file>